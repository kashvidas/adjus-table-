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51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2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1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1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144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6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0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62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82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46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810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914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598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50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95C3DEB-7606-4777-85FC-261AECA8896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326A1B4-5D0C-47F7-8293-94BE70C7C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27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68993-D3C6-63CA-BB2E-0FA79C37F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ADJUS”TABLE”</a:t>
            </a:r>
            <a:endParaRPr lang="en-IN" dirty="0">
              <a:latin typeface="Century Schoolbook" panose="020406040505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C3D2F-7148-D703-F54F-326495A31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13022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BY KASHVI DAS- 25BST00021</a:t>
            </a:r>
            <a:endParaRPr lang="en-IN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DISHA RENGARAJAN-25BST0005</a:t>
            </a:r>
          </a:p>
        </p:txBody>
      </p:sp>
    </p:spTree>
    <p:extLst>
      <p:ext uri="{BB962C8B-B14F-4D97-AF65-F5344CB8AC3E}">
        <p14:creationId xmlns:p14="http://schemas.microsoft.com/office/powerpoint/2010/main" val="1120324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3BAC-5FA8-D95F-45BD-D8361328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971" y="513977"/>
            <a:ext cx="10571998" cy="970450"/>
          </a:xfrm>
        </p:spPr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Problem statement</a:t>
            </a:r>
            <a:endParaRPr lang="en-IN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59765-23A9-A104-6807-E0BA9FFE9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209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 most Indian homes, especially joint families, space is always a big problem. There are too many people and not enough room for separate furniture like study tables, dining tables, and coffee tables. This leads to clutter and less free space.</a:t>
            </a:r>
          </a:p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To solve this issue, we decided to design an 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adjustable multi-purpose table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that can change its height and be used for different purposes like studying, eating, or relaxing. The project is simulated using 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Autodesk Fusion 360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to show how one simple design can save space and be useful in many ways.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965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9970-15B2-B465-3C17-375FE889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What is </a:t>
            </a:r>
            <a:r>
              <a:rPr lang="en-US" dirty="0" err="1">
                <a:latin typeface="Century Schoolbook" panose="02040604050505020304" pitchFamily="18" charset="0"/>
              </a:rPr>
              <a:t>Adjus”Table</a:t>
            </a:r>
            <a:r>
              <a:rPr lang="en-US" dirty="0">
                <a:latin typeface="Century Schoolbook" panose="02040604050505020304" pitchFamily="18" charset="0"/>
              </a:rPr>
              <a:t>”</a:t>
            </a:r>
            <a:endParaRPr lang="en-IN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7B562-1109-5A1F-7D58-2C243A63E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517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Adjus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-Table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is not just another piece of furniture — it’s a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smart space-saving innovation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designed for the realities of modern Indian homes. In a country where families share limited living space,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Adjus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-Table transforms with your needs.</a:t>
            </a: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With a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simple height-adjustable design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it can instantly switch roles — from a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coffee table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for your living room, to a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study desk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for students, a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dining surface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for family meals, or even a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bed table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for comfort and convenience.</a:t>
            </a: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Our simulation in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Autodesk Fusion 360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brings this idea to life, showing how a single, compact structure can deliver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functionality, flexibility, and affordability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— all in one design.</a:t>
            </a:r>
            <a:b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Adjus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-Table is more than furniture — it’s a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smart solution for small spaces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created with practical thinking and engineering precision.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61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64BE-43B7-4F78-A1B5-750FDCEA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Why is </a:t>
            </a:r>
            <a:r>
              <a:rPr lang="en-US" dirty="0" err="1">
                <a:latin typeface="Century Schoolbook" panose="02040604050505020304" pitchFamily="18" charset="0"/>
              </a:rPr>
              <a:t>adjus”table</a:t>
            </a:r>
            <a:r>
              <a:rPr lang="en-US" dirty="0">
                <a:latin typeface="Century Schoolbook" panose="02040604050505020304" pitchFamily="18" charset="0"/>
              </a:rPr>
              <a:t>” needed?</a:t>
            </a:r>
            <a:endParaRPr lang="en-IN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FC70-7183-005C-3820-23DC03BF4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014126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In today’s world, especially in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India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space has become a luxury. With growing urbanization, most families live in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compact apartments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or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shared joint-family homes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where every square meter counts. Traditional furniture takes up too much room, offers limited functionality, and doesn’t adapt to changing needs.</a:t>
            </a:r>
          </a:p>
          <a:p>
            <a:pPr marL="0" indent="0">
              <a:buNone/>
            </a:pPr>
            <a:r>
              <a:rPr lang="en-US" sz="28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Adjus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-Table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solves this problem by combining 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multiple uses in one design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— it saves space, reduces cost, and adds flexibility to modern living. Whether it’s for students studying in small rooms, families living together, or working professionals needing a quick setup,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Adjus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-Table fits every purpose.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34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6D317C-8394-9E9C-0033-ABE3683FAC2C}"/>
              </a:ext>
            </a:extLst>
          </p:cNvPr>
          <p:cNvSpPr txBox="1"/>
          <p:nvPr/>
        </p:nvSpPr>
        <p:spPr>
          <a:xfrm>
            <a:off x="1273996" y="873303"/>
            <a:ext cx="990428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3200" dirty="0">
                <a:latin typeface="Century Schoolbook" panose="02040604050505020304" pitchFamily="18" charset="0"/>
              </a:rPr>
              <a:t>PROTOTYPE- USING AUTODESK FUSION 360</a:t>
            </a:r>
          </a:p>
        </p:txBody>
      </p:sp>
    </p:spTree>
    <p:extLst>
      <p:ext uri="{BB962C8B-B14F-4D97-AF65-F5344CB8AC3E}">
        <p14:creationId xmlns:p14="http://schemas.microsoft.com/office/powerpoint/2010/main" val="2597304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4CE3-9DEB-5F73-1804-D87DDBE5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entury Schoolbook" panose="02040604050505020304" pitchFamily="18" charset="0"/>
              </a:rPr>
              <a:t>MODEL (without any adjustments)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61B9C-8045-F16F-1799-129858EE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039" y="2229337"/>
            <a:ext cx="6174768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2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F8BE-DBAA-4A7E-CB7E-D34B20C8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435" y="457463"/>
            <a:ext cx="10571998" cy="970450"/>
          </a:xfrm>
        </p:spPr>
        <p:txBody>
          <a:bodyPr/>
          <a:lstStyle/>
          <a:p>
            <a:r>
              <a:rPr lang="en-IN" dirty="0">
                <a:latin typeface="Century Schoolbook" panose="02040604050505020304" pitchFamily="18" charset="0"/>
              </a:rPr>
              <a:t>Length Extension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4C70C-0810-FBB1-904D-B9A8D3517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780" y="2118563"/>
            <a:ext cx="6287784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88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2576-C90F-B0F8-57B8-2D16943D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entury Schoolbook" panose="02040604050505020304" pitchFamily="18" charset="0"/>
              </a:rPr>
              <a:t>Breadth Extension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7B1383-7BF3-6D1D-761A-99A074AB1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667" y="2188397"/>
            <a:ext cx="6010382" cy="439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9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445A-A9EA-EA19-E418-347BD0D0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entury Schoolbook" panose="02040604050505020304" pitchFamily="18" charset="0"/>
              </a:rPr>
              <a:t>Height Extension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6C329-14E7-87B9-9A2A-2ADE9DEDE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039" y="2188134"/>
            <a:ext cx="6503541" cy="422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E5F71-6FBD-78A7-153B-D0CAC1697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366" y="1219200"/>
            <a:ext cx="9174823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04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E7E7A-29C4-6537-3571-26C5242C4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301" y="1195387"/>
            <a:ext cx="896934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69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8163-5130-0397-8316-135C4D0E2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entury Schoolbook" panose="02040604050505020304" pitchFamily="18" charset="0"/>
              </a:rPr>
              <a:t>Commercial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58771-0A11-5AC1-86C2-DA79038FE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The </a:t>
            </a:r>
            <a:r>
              <a:rPr lang="en-US" sz="3200" b="1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Adjus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-Table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has strong commercial potential in India, especially among 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lower middle-class families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and 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students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living in small homes or hostels. Its adjustable and multi-purpose design makes it affordable, space-saving, and extremely practical for daily use.</a:t>
            </a:r>
          </a:p>
          <a:p>
            <a:pPr marL="0" indent="0">
              <a:buNone/>
            </a:pP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By using simple materials like 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mild steel and plywood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, the production cost can be kept low, making it possible to sell the table at an affordable price of around 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₹1,500 to ₹2,000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. At this price, it offers great value for money and can easily attract a large customer base in both </a:t>
            </a:r>
            <a:r>
              <a:rPr 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urban and semi-urban markets</a:t>
            </a:r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775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60</TotalTime>
  <Words>497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Angsana New</vt:lpstr>
      <vt:lpstr>Century Gothic</vt:lpstr>
      <vt:lpstr>Century Schoolbook</vt:lpstr>
      <vt:lpstr>Wingdings 2</vt:lpstr>
      <vt:lpstr>Quotable</vt:lpstr>
      <vt:lpstr>ADJUS”TABLE”</vt:lpstr>
      <vt:lpstr>Problem statement</vt:lpstr>
      <vt:lpstr>What is Adjus”Table”</vt:lpstr>
      <vt:lpstr>Why is adjus”table” needed?</vt:lpstr>
      <vt:lpstr>PowerPoint Presentation</vt:lpstr>
      <vt:lpstr>MODEL (without any adjustments)</vt:lpstr>
      <vt:lpstr>Length Extension</vt:lpstr>
      <vt:lpstr>Breadth Extension </vt:lpstr>
      <vt:lpstr>Height Extension</vt:lpstr>
      <vt:lpstr>PowerPoint Presentation</vt:lpstr>
      <vt:lpstr>PowerPoint Presentation</vt:lpstr>
      <vt:lpstr>Commercial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Vidya D</dc:creator>
  <cp:lastModifiedBy>Vidya D</cp:lastModifiedBy>
  <cp:revision>1</cp:revision>
  <dcterms:created xsi:type="dcterms:W3CDTF">2025-11-07T14:27:33Z</dcterms:created>
  <dcterms:modified xsi:type="dcterms:W3CDTF">2025-11-07T15:27:40Z</dcterms:modified>
</cp:coreProperties>
</file>